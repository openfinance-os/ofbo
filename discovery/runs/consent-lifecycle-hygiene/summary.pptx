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T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685800" y="2438400"/>
            <a:ext cx="10820400" cy="1371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4000" b="1">
                <a:solidFill>
                  <a:srgbClr val="1F4DB8"/>
                </a:solidFill>
                <a:latin typeface="Inter"/>
              </a:rPr>
              <a:t>Consent-lifecycle hygiene</a:t>
            </a:r>
          </a:p>
        </p:txBody>
      </p:sp>
      <p:sp>
        <p:nvSpPr>
          <p:cNvPr id="5" name="sub"/>
          <p:cNvSpPr>
            <a:spLocks noGrp="1"/>
          </p:cNvSpPr>
          <p:nvPr/>
        </p:nvSpPr>
        <p:spPr>
          <a:xfrm>
            <a:off x="685800" y="38862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5A6473"/>
                </a:solidFill>
                <a:latin typeface="Inter"/>
              </a:rPr>
              <a:t>Discovery readout · synthetic · non-production</a:t>
            </a:r>
          </a:p>
        </p:txBody>
      </p:sp>
    </p:spTree>
  </p:cSld>
</p:sld>
</file>

<file path=ppt/slides/slide2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PROBLEM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Withdrawals breach SLA, silently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Revoke acknowledgement p50 is 9.4s against a 5s default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74% of sampled revokes breach — and no one sees it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Lifecycle state drifts Hub vs LFI for up to 14 minutes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5A6473"/>
                </a:solidFill>
                <a:latin typeface="Inter"/>
              </a:rPr>
              <a:t>Today the only trigger is a customer complaint.</a:t>
            </a:r>
          </a:p>
        </p:txBody>
      </p:sp>
    </p:spTree>
  </p:cSld>
</p:sld>
</file>

<file path=ppt/slides/slide3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WHO &amp; WHY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Consent operations is flying blind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Analyst is accountable for honouring withdrawals in time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Care agents act on stale 'active' state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Compliance cannot prove SLA adherence on demand</a:t>
            </a:r>
          </a:p>
        </p:txBody>
      </p:sp>
    </p:spTree>
  </p:cSld>
</p:sld>
</file>

<file path=ppt/slides/slide4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FEASIBILITY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Governance says: observe, don't extend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Maps to DR-2.1 Consent Management (CTRL-DP-001/002/003)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Residual risk Low — conditional on read-only observability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PII redaction, INSERT-only audit, P6 egress carried to delivery</a:t>
            </a:r>
          </a:p>
        </p:txBody>
      </p:sp>
    </p:spTree>
  </p:cSld>
</p:sld>
</file>

<file path=ppt/slides/slide5.xml><?xml version="1.0" encoding="utf-8"?>
<!-- discovery/brand/design.md@v1 --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B8860B"/>
          </a:solidFill>
        </p:spPr>
        <p:txBody>
          <a:bodyPr/>
          <a:lstStyle/>
          <a:p/>
        </p:txBody>
      </p:sp>
      <p:sp>
        <p:nvSpPr>
          <p:cNvPr id="3" name="demo"/>
          <p:cNvSpPr>
            <a:spLocks noGrp="1"/>
          </p:cNvSpPr>
          <p:nvPr/>
        </p:nvSpPr>
        <p:spPr>
          <a:xfrm>
            <a:off x="152400" y="30480"/>
            <a:ext cx="11887200" cy="21336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000">
                <a:solidFill>
                  <a:srgbClr val="FFFFFF"/>
                </a:solidFill>
                <a:latin typeface="Inter"/>
              </a:rPr>
              <a:t>DEMO — synthetic, non-production</a:t>
            </a:r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85800" y="548640"/>
            <a:ext cx="10820400" cy="45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 b="1">
                <a:solidFill>
                  <a:srgbClr val="1F4DB8"/>
                </a:solidFill>
                <a:latin typeface="Inter"/>
              </a:rPr>
              <a:t>DIRECTION</a:t>
            </a:r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85800" y="990600"/>
            <a:ext cx="1082040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200" b="1">
                <a:solidFill>
                  <a:srgbClr val="0B1221"/>
                </a:solidFill>
                <a:latin typeface="Inter"/>
              </a:rPr>
              <a:t>A hygiene monitor — made tangible</a:t>
            </a:r>
          </a:p>
        </p:txBody>
      </p:sp>
      <p:sp>
        <p:nvSpPr>
          <p:cNvPr id="6" name="body"/>
          <p:cNvSpPr>
            <a:spLocks noGrp="1"/>
          </p:cNvSpPr>
          <p:nvPr/>
        </p:nvSpPr>
        <p:spPr>
          <a:xfrm>
            <a:off x="685800" y="2133600"/>
            <a:ext cx="10820400" cy="3200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000">
                <a:solidFill>
                  <a:srgbClr val="0B1221"/>
                </a:solidFill>
                <a:latin typeface="Inter"/>
              </a:rPr>
              <a:t>•  Timeliness vs the 5s default, in real time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Drift indicator before the customer notices</a:t>
            </a:r>
          </a:p>
          <a:p>
            <a:r>
              <a:rPr lang="en-US" sz="2000">
                <a:solidFill>
                  <a:srgbClr val="0B1221"/>
                </a:solidFill>
                <a:latin typeface="Inter"/>
              </a:rPr>
              <a:t>•  On-demand audit evidence</a:t>
            </a:r>
          </a:p>
        </p:txBody>
      </p:sp>
      <p:sp>
        <p:nvSpPr>
          <p:cNvPr id="7" name="note"/>
          <p:cNvSpPr>
            <a:spLocks noGrp="1"/>
          </p:cNvSpPr>
          <p:nvPr/>
        </p:nvSpPr>
        <p:spPr>
          <a:xfrm>
            <a:off x="685800" y="5715000"/>
            <a:ext cx="10820400" cy="685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400">
                <a:solidFill>
                  <a:srgbClr val="5A6473"/>
                </a:solidFill>
                <a:latin typeface="Inter"/>
              </a:rPr>
              <a:t>Wireframe is direction, not specification — delivery authors the build.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Consent-lifecycle hygiene</dc:title>
  <dc:description>discovery/brand/design.md@v1</dc:description>
</cp:coreProperties>
</file>